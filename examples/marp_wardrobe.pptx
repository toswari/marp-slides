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TOPS
BOTTOMS
LAYERS + SHOES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Outfit 1
Outfit 2
Outfit 3
Outfit 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2026-04-10T18:51:01Z</dcterms:created>
  <dcterms:modified xsi:type="dcterms:W3CDTF">2026-04-10T18:51:01Z</dcterms:modified>
</cp:coreProperties>
</file>