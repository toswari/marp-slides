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Over
French Press
AeroPress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
Connector
Step 2
Connector
Step 3
Connector
Step 4
Connector
Step 5
Total time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2026-04-10T19:01:55Z</dcterms:created>
  <dcterms:modified xsi:type="dcterms:W3CDTF">2026-04-10T19:01:55Z</dcterms:modified>
</cp:coreProperties>
</file>