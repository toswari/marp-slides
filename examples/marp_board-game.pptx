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Arrow 1
Phase 2: Trade
Arrow 2
Phase 3: Build
Arrow 3
Phase 4: Draw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2026-04-10T17:49:08Z</dcterms:created>
  <dcterms:modified xsi:type="dcterms:W3CDTF">2026-04-10T17:49:08Z</dcterms:modified>
</cp:coreProperties>
</file>